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BB326-CEAB-4252-B1C7-FEA36ED02525}" v="19" dt="2026-02-27T17:58:12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enthil" userId="d48db517-e976-454f-addf-032d9ab349f7" providerId="ADAL" clId="{2348D357-963D-49AC-8272-86970A6B804C}"/>
    <pc:docChg chg="undo custSel delSld modSld">
      <pc:chgData name="Kumar, Senthil" userId="d48db517-e976-454f-addf-032d9ab349f7" providerId="ADAL" clId="{2348D357-963D-49AC-8272-86970A6B804C}" dt="2026-02-27T17:58:24.749" v="38" actId="47"/>
      <pc:docMkLst>
        <pc:docMk/>
      </pc:docMkLst>
      <pc:sldChg chg="del">
        <pc:chgData name="Kumar, Senthil" userId="d48db517-e976-454f-addf-032d9ab349f7" providerId="ADAL" clId="{2348D357-963D-49AC-8272-86970A6B804C}" dt="2026-02-27T17:58:24.749" v="38" actId="47"/>
        <pc:sldMkLst>
          <pc:docMk/>
          <pc:sldMk cId="2166877910" sldId="256"/>
        </pc:sldMkLst>
      </pc:sldChg>
      <pc:sldChg chg="addSp delSp modSp mod">
        <pc:chgData name="Kumar, Senthil" userId="d48db517-e976-454f-addf-032d9ab349f7" providerId="ADAL" clId="{2348D357-963D-49AC-8272-86970A6B804C}" dt="2026-02-27T17:58:12.359" v="37"/>
        <pc:sldMkLst>
          <pc:docMk/>
          <pc:sldMk cId="1516547132" sldId="260"/>
        </pc:sldMkLst>
        <pc:grpChg chg="mod">
          <ac:chgData name="Kumar, Senthil" userId="d48db517-e976-454f-addf-032d9ab349f7" providerId="ADAL" clId="{2348D357-963D-49AC-8272-86970A6B804C}" dt="2026-02-27T17:57:05.599" v="7"/>
          <ac:grpSpMkLst>
            <pc:docMk/>
            <pc:sldMk cId="1516547132" sldId="260"/>
            <ac:grpSpMk id="9" creationId="{E4305C33-C653-7008-1EEC-E574D2C8DC0C}"/>
          </ac:grpSpMkLst>
        </pc:grpChg>
        <pc:grpChg chg="mod">
          <ac:chgData name="Kumar, Senthil" userId="d48db517-e976-454f-addf-032d9ab349f7" providerId="ADAL" clId="{2348D357-963D-49AC-8272-86970A6B804C}" dt="2026-02-27T17:58:12.359" v="37"/>
          <ac:grpSpMkLst>
            <pc:docMk/>
            <pc:sldMk cId="1516547132" sldId="260"/>
            <ac:grpSpMk id="39" creationId="{ADE0D348-DE76-598A-9948-085D2A2215E1}"/>
          </ac:grpSpMkLst>
        </pc:grpChg>
        <pc:inkChg chg="add del">
          <ac:chgData name="Kumar, Senthil" userId="d48db517-e976-454f-addf-032d9ab349f7" providerId="ADAL" clId="{2348D357-963D-49AC-8272-86970A6B804C}" dt="2026-02-27T17:56:50.381" v="1" actId="9405"/>
          <ac:inkMkLst>
            <pc:docMk/>
            <pc:sldMk cId="1516547132" sldId="260"/>
            <ac:inkMk id="2" creationId="{6CB3584E-59D5-C586-C917-E47B22971EF7}"/>
          </ac:inkMkLst>
        </pc:inkChg>
        <pc:inkChg chg="add del">
          <ac:chgData name="Kumar, Senthil" userId="d48db517-e976-454f-addf-032d9ab349f7" providerId="ADAL" clId="{2348D357-963D-49AC-8272-86970A6B804C}" dt="2026-02-27T17:56:56.238" v="3"/>
          <ac:inkMkLst>
            <pc:docMk/>
            <pc:sldMk cId="1516547132" sldId="260"/>
            <ac:inkMk id="4" creationId="{4E3CA5F0-7E0B-068E-0185-09C431CA405B}"/>
          </ac:inkMkLst>
        </pc:inkChg>
        <pc:inkChg chg="add mod">
          <ac:chgData name="Kumar, Senthil" userId="d48db517-e976-454f-addf-032d9ab349f7" providerId="ADAL" clId="{2348D357-963D-49AC-8272-86970A6B804C}" dt="2026-02-27T17:57:00.782" v="4"/>
          <ac:inkMkLst>
            <pc:docMk/>
            <pc:sldMk cId="1516547132" sldId="260"/>
            <ac:inkMk id="5" creationId="{17B9C764-9A50-22F5-1222-873BC7FB1121}"/>
          </ac:inkMkLst>
        </pc:inkChg>
        <pc:inkChg chg="add mod">
          <ac:chgData name="Kumar, Senthil" userId="d48db517-e976-454f-addf-032d9ab349f7" providerId="ADAL" clId="{2348D357-963D-49AC-8272-86970A6B804C}" dt="2026-02-27T17:57:05.599" v="7"/>
          <ac:inkMkLst>
            <pc:docMk/>
            <pc:sldMk cId="1516547132" sldId="260"/>
            <ac:inkMk id="6" creationId="{4B0F771B-F111-BE0B-F198-5B31814E147A}"/>
          </ac:inkMkLst>
        </pc:inkChg>
        <pc:inkChg chg="add mod">
          <ac:chgData name="Kumar, Senthil" userId="d48db517-e976-454f-addf-032d9ab349f7" providerId="ADAL" clId="{2348D357-963D-49AC-8272-86970A6B804C}" dt="2026-02-27T17:57:05.599" v="7"/>
          <ac:inkMkLst>
            <pc:docMk/>
            <pc:sldMk cId="1516547132" sldId="260"/>
            <ac:inkMk id="7" creationId="{C6D2B8D7-6404-C3DC-EE7A-B5D584FBD38F}"/>
          </ac:inkMkLst>
        </pc:inkChg>
        <pc:inkChg chg="add del">
          <ac:chgData name="Kumar, Senthil" userId="d48db517-e976-454f-addf-032d9ab349f7" providerId="ADAL" clId="{2348D357-963D-49AC-8272-86970A6B804C}" dt="2026-02-27T17:57:07.884" v="9"/>
          <ac:inkMkLst>
            <pc:docMk/>
            <pc:sldMk cId="1516547132" sldId="260"/>
            <ac:inkMk id="11" creationId="{0B3CF7F5-A0DB-2643-BC3F-537315F23BE6}"/>
          </ac:inkMkLst>
        </pc:inkChg>
        <pc:inkChg chg="add mod">
          <ac:chgData name="Kumar, Senthil" userId="d48db517-e976-454f-addf-032d9ab349f7" providerId="ADAL" clId="{2348D357-963D-49AC-8272-86970A6B804C}" dt="2026-02-27T17:57:09.546" v="10"/>
          <ac:inkMkLst>
            <pc:docMk/>
            <pc:sldMk cId="1516547132" sldId="260"/>
            <ac:inkMk id="13" creationId="{83337B7D-0A15-75FF-6F8E-4CC255E0AD6B}"/>
          </ac:inkMkLst>
        </pc:inkChg>
        <pc:inkChg chg="add">
          <ac:chgData name="Kumar, Senthil" userId="d48db517-e976-454f-addf-032d9ab349f7" providerId="ADAL" clId="{2348D357-963D-49AC-8272-86970A6B804C}" dt="2026-02-27T17:57:13.610" v="11" actId="9405"/>
          <ac:inkMkLst>
            <pc:docMk/>
            <pc:sldMk cId="1516547132" sldId="260"/>
            <ac:inkMk id="15" creationId="{26C3B07B-D936-A036-0786-7A94FE04B641}"/>
          </ac:inkMkLst>
        </pc:inkChg>
        <pc:inkChg chg="add">
          <ac:chgData name="Kumar, Senthil" userId="d48db517-e976-454f-addf-032d9ab349f7" providerId="ADAL" clId="{2348D357-963D-49AC-8272-86970A6B804C}" dt="2026-02-27T17:57:17.182" v="12" actId="9405"/>
          <ac:inkMkLst>
            <pc:docMk/>
            <pc:sldMk cId="1516547132" sldId="260"/>
            <ac:inkMk id="17" creationId="{D142E76E-FD0F-8DA4-17F0-941E4A761CCD}"/>
          </ac:inkMkLst>
        </pc:inkChg>
        <pc:inkChg chg="add del">
          <ac:chgData name="Kumar, Senthil" userId="d48db517-e976-454f-addf-032d9ab349f7" providerId="ADAL" clId="{2348D357-963D-49AC-8272-86970A6B804C}" dt="2026-02-27T17:57:20.247" v="14"/>
          <ac:inkMkLst>
            <pc:docMk/>
            <pc:sldMk cId="1516547132" sldId="260"/>
            <ac:inkMk id="19" creationId="{5DCA739D-45CE-5FB3-368E-9C5E37757F2B}"/>
          </ac:inkMkLst>
        </pc:inkChg>
        <pc:inkChg chg="add">
          <ac:chgData name="Kumar, Senthil" userId="d48db517-e976-454f-addf-032d9ab349f7" providerId="ADAL" clId="{2348D357-963D-49AC-8272-86970A6B804C}" dt="2026-02-27T17:57:20.247" v="14"/>
          <ac:inkMkLst>
            <pc:docMk/>
            <pc:sldMk cId="1516547132" sldId="260"/>
            <ac:inkMk id="21" creationId="{AB0B18CF-C71C-9CDC-2EC9-6CC1D1294AC5}"/>
          </ac:inkMkLst>
        </pc:inkChg>
        <pc:inkChg chg="add del">
          <ac:chgData name="Kumar, Senthil" userId="d48db517-e976-454f-addf-032d9ab349f7" providerId="ADAL" clId="{2348D357-963D-49AC-8272-86970A6B804C}" dt="2026-02-27T17:57:24.109" v="16"/>
          <ac:inkMkLst>
            <pc:docMk/>
            <pc:sldMk cId="1516547132" sldId="260"/>
            <ac:inkMk id="22" creationId="{61632684-1BC2-906F-BFEE-536D3214C750}"/>
          </ac:inkMkLst>
        </pc:inkChg>
        <pc:inkChg chg="add mod">
          <ac:chgData name="Kumar, Senthil" userId="d48db517-e976-454f-addf-032d9ab349f7" providerId="ADAL" clId="{2348D357-963D-49AC-8272-86970A6B804C}" dt="2026-02-27T17:57:25.597" v="17"/>
          <ac:inkMkLst>
            <pc:docMk/>
            <pc:sldMk cId="1516547132" sldId="260"/>
            <ac:inkMk id="23" creationId="{76761B85-F1A8-8E48-F099-64D73983FF3B}"/>
          </ac:inkMkLst>
        </pc:inkChg>
        <pc:inkChg chg="add del">
          <ac:chgData name="Kumar, Senthil" userId="d48db517-e976-454f-addf-032d9ab349f7" providerId="ADAL" clId="{2348D357-963D-49AC-8272-86970A6B804C}" dt="2026-02-27T17:57:30.480" v="19"/>
          <ac:inkMkLst>
            <pc:docMk/>
            <pc:sldMk cId="1516547132" sldId="260"/>
            <ac:inkMk id="24" creationId="{25C7E7E6-ED8B-1792-C083-E825CBD9D010}"/>
          </ac:inkMkLst>
        </pc:inkChg>
        <pc:inkChg chg="add">
          <ac:chgData name="Kumar, Senthil" userId="d48db517-e976-454f-addf-032d9ab349f7" providerId="ADAL" clId="{2348D357-963D-49AC-8272-86970A6B804C}" dt="2026-02-27T17:57:30.480" v="19"/>
          <ac:inkMkLst>
            <pc:docMk/>
            <pc:sldMk cId="1516547132" sldId="260"/>
            <ac:inkMk id="25" creationId="{8E9497C1-B3A1-619C-55BF-79CB18781E44}"/>
          </ac:inkMkLst>
        </pc:inkChg>
        <pc:inkChg chg="add del">
          <ac:chgData name="Kumar, Senthil" userId="d48db517-e976-454f-addf-032d9ab349f7" providerId="ADAL" clId="{2348D357-963D-49AC-8272-86970A6B804C}" dt="2026-02-27T17:57:34.181" v="21"/>
          <ac:inkMkLst>
            <pc:docMk/>
            <pc:sldMk cId="1516547132" sldId="260"/>
            <ac:inkMk id="26" creationId="{DD8E6E97-FEFB-0454-F2FC-356E4BA005FF}"/>
          </ac:inkMkLst>
        </pc:inkChg>
        <pc:inkChg chg="add mod">
          <ac:chgData name="Kumar, Senthil" userId="d48db517-e976-454f-addf-032d9ab349f7" providerId="ADAL" clId="{2348D357-963D-49AC-8272-86970A6B804C}" dt="2026-02-27T17:57:35.439" v="22"/>
          <ac:inkMkLst>
            <pc:docMk/>
            <pc:sldMk cId="1516547132" sldId="260"/>
            <ac:inkMk id="27" creationId="{84FF096D-AC00-23C0-DA26-916FC4DECE52}"/>
          </ac:inkMkLst>
        </pc:inkChg>
        <pc:inkChg chg="add del">
          <ac:chgData name="Kumar, Senthil" userId="d48db517-e976-454f-addf-032d9ab349f7" providerId="ADAL" clId="{2348D357-963D-49AC-8272-86970A6B804C}" dt="2026-02-27T17:57:39.352" v="24"/>
          <ac:inkMkLst>
            <pc:docMk/>
            <pc:sldMk cId="1516547132" sldId="260"/>
            <ac:inkMk id="28" creationId="{F28A7C00-1F4D-0747-99ED-0E89B898668A}"/>
          </ac:inkMkLst>
        </pc:inkChg>
        <pc:inkChg chg="add mod">
          <ac:chgData name="Kumar, Senthil" userId="d48db517-e976-454f-addf-032d9ab349f7" providerId="ADAL" clId="{2348D357-963D-49AC-8272-86970A6B804C}" dt="2026-02-27T17:57:40.694" v="25"/>
          <ac:inkMkLst>
            <pc:docMk/>
            <pc:sldMk cId="1516547132" sldId="260"/>
            <ac:inkMk id="29" creationId="{5942E702-F004-520D-9906-C8E8CCB055D5}"/>
          </ac:inkMkLst>
        </pc:inkChg>
        <pc:inkChg chg="add del">
          <ac:chgData name="Kumar, Senthil" userId="d48db517-e976-454f-addf-032d9ab349f7" providerId="ADAL" clId="{2348D357-963D-49AC-8272-86970A6B804C}" dt="2026-02-27T17:57:43.659" v="27"/>
          <ac:inkMkLst>
            <pc:docMk/>
            <pc:sldMk cId="1516547132" sldId="260"/>
            <ac:inkMk id="30" creationId="{DAB34AB4-668A-0FA5-A17D-CD7937B38BD7}"/>
          </ac:inkMkLst>
        </pc:inkChg>
        <pc:inkChg chg="add mod">
          <ac:chgData name="Kumar, Senthil" userId="d48db517-e976-454f-addf-032d9ab349f7" providerId="ADAL" clId="{2348D357-963D-49AC-8272-86970A6B804C}" dt="2026-02-27T17:57:46.162" v="28"/>
          <ac:inkMkLst>
            <pc:docMk/>
            <pc:sldMk cId="1516547132" sldId="260"/>
            <ac:inkMk id="31" creationId="{D718A5B0-55FC-8AD3-1969-6124746D8936}"/>
          </ac:inkMkLst>
        </pc:inkChg>
        <pc:inkChg chg="add">
          <ac:chgData name="Kumar, Senthil" userId="d48db517-e976-454f-addf-032d9ab349f7" providerId="ADAL" clId="{2348D357-963D-49AC-8272-86970A6B804C}" dt="2026-02-27T17:57:49.903" v="29" actId="9405"/>
          <ac:inkMkLst>
            <pc:docMk/>
            <pc:sldMk cId="1516547132" sldId="260"/>
            <ac:inkMk id="32" creationId="{4BB3C499-FAEF-B33D-4D9A-7EA03AC2DA6A}"/>
          </ac:inkMkLst>
        </pc:inkChg>
        <pc:inkChg chg="add del">
          <ac:chgData name="Kumar, Senthil" userId="d48db517-e976-454f-addf-032d9ab349f7" providerId="ADAL" clId="{2348D357-963D-49AC-8272-86970A6B804C}" dt="2026-02-27T17:57:54.863" v="31"/>
          <ac:inkMkLst>
            <pc:docMk/>
            <pc:sldMk cId="1516547132" sldId="260"/>
            <ac:inkMk id="33" creationId="{6F50EEEE-17A8-BCFD-C732-F043A493FE78}"/>
          </ac:inkMkLst>
        </pc:inkChg>
        <pc:inkChg chg="add mod">
          <ac:chgData name="Kumar, Senthil" userId="d48db517-e976-454f-addf-032d9ab349f7" providerId="ADAL" clId="{2348D357-963D-49AC-8272-86970A6B804C}" dt="2026-02-27T17:57:55.374" v="32"/>
          <ac:inkMkLst>
            <pc:docMk/>
            <pc:sldMk cId="1516547132" sldId="260"/>
            <ac:inkMk id="34" creationId="{9745DAEB-ACA0-A7F1-C425-1CE08D958796}"/>
          </ac:inkMkLst>
        </pc:inkChg>
        <pc:inkChg chg="add del">
          <ac:chgData name="Kumar, Senthil" userId="d48db517-e976-454f-addf-032d9ab349f7" providerId="ADAL" clId="{2348D357-963D-49AC-8272-86970A6B804C}" dt="2026-02-27T17:58:06.442" v="34"/>
          <ac:inkMkLst>
            <pc:docMk/>
            <pc:sldMk cId="1516547132" sldId="260"/>
            <ac:inkMk id="35" creationId="{1D2A6CEC-8239-962D-A37B-F5901AB47230}"/>
          </ac:inkMkLst>
        </pc:inkChg>
        <pc:inkChg chg="add">
          <ac:chgData name="Kumar, Senthil" userId="d48db517-e976-454f-addf-032d9ab349f7" providerId="ADAL" clId="{2348D357-963D-49AC-8272-86970A6B804C}" dt="2026-02-27T17:58:06.442" v="34"/>
          <ac:inkMkLst>
            <pc:docMk/>
            <pc:sldMk cId="1516547132" sldId="260"/>
            <ac:inkMk id="36" creationId="{A9DFEE81-1972-EE63-61D2-6941A605249D}"/>
          </ac:inkMkLst>
        </pc:inkChg>
        <pc:inkChg chg="add mod">
          <ac:chgData name="Kumar, Senthil" userId="d48db517-e976-454f-addf-032d9ab349f7" providerId="ADAL" clId="{2348D357-963D-49AC-8272-86970A6B804C}" dt="2026-02-27T17:58:12.359" v="37"/>
          <ac:inkMkLst>
            <pc:docMk/>
            <pc:sldMk cId="1516547132" sldId="260"/>
            <ac:inkMk id="37" creationId="{1C677E95-DE09-D053-E346-AB9243BBA964}"/>
          </ac:inkMkLst>
        </pc:inkChg>
        <pc:inkChg chg="add mod">
          <ac:chgData name="Kumar, Senthil" userId="d48db517-e976-454f-addf-032d9ab349f7" providerId="ADAL" clId="{2348D357-963D-49AC-8272-86970A6B804C}" dt="2026-02-27T17:58:12.359" v="37"/>
          <ac:inkMkLst>
            <pc:docMk/>
            <pc:sldMk cId="1516547132" sldId="260"/>
            <ac:inkMk id="38" creationId="{5E53312F-54D2-E7BD-2ABB-1AAF383DA1C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6:56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17444,'1321'332'0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03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1 130 6553,'0'-4'0,"0"-6"0,0-5 0,4-1 0,6 3 241,14-1 519,7-2-421,3 1-98,0 4-1,-1 3 0,-3 4 1,-1 1-1,-7 3-240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04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52 6553,'189'-9'4992,"-63"2"-3439,903-3 5759,-954 10-6213,260-12 929,-81 2-990,341 7-1038,-499 3 0,67 12 0,-61-2 0,-72-6 0,-1 1 0,47 14 0,-49-12 0,0 0 0,1-2 0,32 3 0,-1-4 0,0 2 0,99 25 0,25 0 0,-149-26 0,-12-1 0,-6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07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0 127 17151,'1753'-127'0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13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6553,'252'-1'4697,"275"3"-698,-306 9-1696,55 2 705,544-11 342,-423-3-2685,-346 4-665,0 3 0,0 2 0,58 17 0,-67-14 0,-17-4 0,1-1 0,49 5 0,30 1 0,17 0 0,157-12 0,-257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17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6553,'57'2'1785,"75"14"0,-42-5-801,136 20 856,-100-12 58,212 5 0,359-27 5092,-513 3-6148,-25-12-842,-6-1 0,32 26 0,-10 0 0,-142-11 0,51 9 0,-49-5 0,41 1 0,507-6 0,-280-3 0,93 2 0,-369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20.2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16177,'1829'76'0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24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16722,'2413'177'0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30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22005,'3760'26'0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34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2314 0 16038,'-2313'0'0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39.3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19430,'890'0'0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43.6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2161 253 20490,'-2160'-253'0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49.9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1973 154 6553,'-271'-4'5753,"-350"-40"-1423,542 34-3528,-1-3 0,-125-39 0,176 43-462,17 4-157,0 1 1,-1 1 0,1 0-1,-1 0 1,-14 0-1,-185 3 1944,94 1-1130,106 0-909,-1 0 1,1 1-1,0 1 0,0 0 0,0 1 1,1 0-1,-1 0 0,1 1 1,-18 11-1,-4 1-3,-1-4-85,27-11 0,1 0 0,-1 1 0,0 0 0,1 0 0,-1 0 0,-7 6 0,3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7:54.8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2285 153 22656,'-2284'-152'0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8:06.440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1 0 21555,'7798'52'0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8:09.548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7517 231 4915,'-339'-7'5735,"-168"-31"-5272,-666-87-1988,553 71 4879,-403 48 796,859 7-3325,-474 29 3261,379-13-3667,156-7-219,-130 31 1,62-9-87,-362 48-114,-13-30 0,509-48 0,14 0 0,-1-1 0,0-2 0,-42-5 0,63 6-1,1-1-1,-1 0 1,1 0 0,-1 0 0,1 0 0,-1-1-1,1 1 1,0-1 0,0 1 0,-1-1 0,1 0-1,-3-4 1,1 2-101,0 0 0,-1 0 0,1 1 0,-9-6 0,-30-11-793,-2 1 0,-91-26 1,44 17 724,-38-11 217,107 34 3,-1 1 1,0 1-1,-39 0 1,-305 8 410,347-5-455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8:11.419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1 1 4915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F293-34ED-4DDB-194F-57E1F8761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2F9B7-7AA9-A66E-E8DF-7668AF4F7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3BC05-2224-759B-30BF-6056FE57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CA23-A37F-68B0-B61A-88446287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710E3-1152-5BAE-E825-AEE35364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3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6214-66C2-9AAE-26D2-490EA39B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5BD51-1F42-A55E-0F26-5CDB172A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BCBA-20CA-B509-0026-5E0AE078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B266A-7C95-F1F6-0479-7B4346A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87570-551E-3638-8C50-9D98BC3D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4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0751-694B-C44B-A92A-C901E02E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196A9-E3AF-9F68-A36F-CCCF72F1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8329-14F3-96A3-2CA5-96810940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2F23C-E4C0-A2DA-F39C-156A9698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75C4-793E-F1D9-64C9-79DE43DE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7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F533-6E8B-1029-0F36-1FAF4E81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91425-9EC7-17B0-82F4-4706C1D0B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DB551-6797-3841-BD6D-1E01CE8A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1CB61-7825-240C-8D23-EEA8E493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09E4C-3835-FED0-27CD-47E47E7E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751BD-9FEE-2A37-1978-DA22828D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7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487A-682B-A87D-147B-0A16C06C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D4B3C-DA0C-8489-0773-8E6323E08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A48ED-8895-B082-69ED-F7CF2B2B2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0638F-8BA1-E86B-E50E-8F29CCD6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BFCA93-9E65-136F-822F-D63B78E79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9ACFE-7DC0-5E42-C8FA-4ECABF86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08C65-208E-E3D1-0E76-29A4DCFF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3EA84-ADA0-E29D-2D70-29D942D0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DB75-20F9-5497-A9CC-B92DF737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1981E-73CF-73FD-3BEE-D076879A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C7C10-95AD-2C2B-3C06-0D9838D9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FAC8B-C30F-FBBA-87B5-69D454E6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4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84992-CE01-95AB-1DE8-63A03292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479BA-779A-A164-A050-76AC1667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2CCC7-E0F0-34B5-2DA6-46EA4C8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2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CBFA-2BA0-1881-33EB-4CD645F9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68D5-34C3-6507-7113-D7FE8B87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E5B64-0DDF-B1B9-7DEF-B4C669145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703E-4C24-2679-F89D-68FAECFA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2F124-ABAE-05D8-7969-ECBC0D6A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8396E-796E-808F-DDAD-2ECC078B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7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2FBE-7268-3A2E-8CD5-74B74EC7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1C20A-C4F5-896E-4906-B45A68FC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7DBE3-1E0E-3204-09CC-F4D7F3EF1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DCA8E-14F5-0DAF-5766-8EABBECC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254AA-9ED5-FD8C-DC9E-1D80A69F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DB07B-51D3-A5FC-C8A7-AF3A37A7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C80A-D8E2-B20E-7AC8-ACAC3EBA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1E3D2-4A66-B03A-A497-150CC0F5A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24D0F-8AB1-D334-506C-92605383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F81-3FA0-6B2A-B40B-77EACF74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EFCCF-E555-5D49-1D43-5D4E8320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4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51F7E-F410-52CE-1D3E-789CCF6D4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857E7-D02B-8730-F11B-028E1CAB7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A8B6-0A17-B9E7-7062-D719D506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BD385-55AA-C955-7BC6-956D488E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47532-ECCB-457C-ABAE-493B1666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5AD16-59DA-4592-245B-5D331CE1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8FFE-35F9-B827-A536-6817709DE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92A07-C553-8160-2EB8-03596FE44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8B588-9C36-4F6F-8108-0D62B85D006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50DF9-2D7C-2113-F8AC-3EF70DEFF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CEF46-E9A3-F305-4E33-08837D617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F4B31-BEEE-4D8D-B8CC-6A5FBF748F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5399F-9724-A1DA-1F5B-2CAB01807E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99138" y="6672580"/>
            <a:ext cx="6159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147150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8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7DC524-00B9-7A20-5D58-16EE94A6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47" y="643467"/>
            <a:ext cx="8913705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00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15A2A-BA9B-DE27-BFA3-C0D8FF67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7D49C-A8D7-CA0F-CDB1-D7376D80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49" y="643467"/>
            <a:ext cx="894950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B9C764-9A50-22F5-1222-873BC7FB1121}"/>
                  </a:ext>
                </a:extLst>
              </p14:cNvPr>
              <p14:cNvContentPartPr/>
              <p14:nvPr/>
            </p14:nvContentPartPr>
            <p14:xfrm>
              <a:off x="3822264" y="3072024"/>
              <a:ext cx="475920" cy="11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B9C764-9A50-22F5-1222-873BC7FB11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264" y="3054024"/>
                <a:ext cx="51156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4305C33-C653-7008-1EEC-E574D2C8DC0C}"/>
              </a:ext>
            </a:extLst>
          </p:cNvPr>
          <p:cNvGrpSpPr/>
          <p:nvPr/>
        </p:nvGrpSpPr>
        <p:grpSpPr>
          <a:xfrm>
            <a:off x="3812904" y="3136104"/>
            <a:ext cx="1458720" cy="64440"/>
            <a:chOff x="3812904" y="3136104"/>
            <a:chExt cx="1458720" cy="6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0F771B-F111-BE0B-F198-5B31814E147A}"/>
                    </a:ext>
                  </a:extLst>
                </p14:cNvPr>
                <p14:cNvContentPartPr/>
                <p14:nvPr/>
              </p14:nvContentPartPr>
              <p14:xfrm>
                <a:off x="3812904" y="3153384"/>
                <a:ext cx="91080" cy="47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0F771B-F111-BE0B-F198-5B31814E14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5264" y="3135744"/>
                  <a:ext cx="126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D2B8D7-6404-C3DC-EE7A-B5D584FBD38F}"/>
                    </a:ext>
                  </a:extLst>
                </p14:cNvPr>
                <p14:cNvContentPartPr/>
                <p14:nvPr/>
              </p14:nvContentPartPr>
              <p14:xfrm>
                <a:off x="3913344" y="3136104"/>
                <a:ext cx="1358280" cy="59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D2B8D7-6404-C3DC-EE7A-B5D584FBD3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95704" y="3118464"/>
                  <a:ext cx="139392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337B7D-0A15-75FF-6F8E-4CC255E0AD6B}"/>
                  </a:ext>
                </a:extLst>
              </p14:cNvPr>
              <p14:cNvContentPartPr/>
              <p14:nvPr/>
            </p14:nvContentPartPr>
            <p14:xfrm>
              <a:off x="4169664" y="3438144"/>
              <a:ext cx="631440" cy="45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337B7D-0A15-75FF-6F8E-4CC255E0AD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51664" y="3420144"/>
                <a:ext cx="667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6C3B07B-D936-A036-0786-7A94FE04B641}"/>
                  </a:ext>
                </a:extLst>
              </p14:cNvPr>
              <p14:cNvContentPartPr/>
              <p14:nvPr/>
            </p14:nvContentPartPr>
            <p14:xfrm>
              <a:off x="3922704" y="3757464"/>
              <a:ext cx="1242720" cy="468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6C3B07B-D936-A036-0786-7A94FE04B6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05064" y="3739824"/>
                <a:ext cx="1278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142E76E-FD0F-8DA4-17F0-941E4A761CCD}"/>
                  </a:ext>
                </a:extLst>
              </p14:cNvPr>
              <p14:cNvContentPartPr/>
              <p14:nvPr/>
            </p14:nvContentPartPr>
            <p14:xfrm>
              <a:off x="3803544" y="4041504"/>
              <a:ext cx="1461960" cy="46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142E76E-FD0F-8DA4-17F0-941E4A761CC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85904" y="4023864"/>
                <a:ext cx="14976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B0B18CF-C71C-9CDC-2EC9-6CC1D1294AC5}"/>
                  </a:ext>
                </a:extLst>
              </p14:cNvPr>
              <p14:cNvContentPartPr/>
              <p14:nvPr/>
            </p14:nvContentPartPr>
            <p14:xfrm>
              <a:off x="4132944" y="4379544"/>
              <a:ext cx="658800" cy="27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B0B18CF-C71C-9CDC-2EC9-6CC1D1294AC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14944" y="4361544"/>
                <a:ext cx="6944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761B85-F1A8-8E48-F099-64D73983FF3B}"/>
                  </a:ext>
                </a:extLst>
              </p14:cNvPr>
              <p14:cNvContentPartPr/>
              <p14:nvPr/>
            </p14:nvContentPartPr>
            <p14:xfrm>
              <a:off x="4123944" y="4672224"/>
              <a:ext cx="868680" cy="64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761B85-F1A8-8E48-F099-64D73983FF3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05944" y="4654584"/>
                <a:ext cx="9043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E9497C1-B3A1-619C-55BF-79CB18781E44}"/>
                  </a:ext>
                </a:extLst>
              </p14:cNvPr>
              <p14:cNvContentPartPr/>
              <p14:nvPr/>
            </p14:nvContentPartPr>
            <p14:xfrm>
              <a:off x="3885984" y="5019624"/>
              <a:ext cx="1353960" cy="9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E9497C1-B3A1-619C-55BF-79CB18781E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67984" y="5001624"/>
                <a:ext cx="13896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4FF096D-AC00-23C0-DA26-916FC4DECE52}"/>
                  </a:ext>
                </a:extLst>
              </p14:cNvPr>
              <p14:cNvContentPartPr/>
              <p14:nvPr/>
            </p14:nvContentPartPr>
            <p14:xfrm>
              <a:off x="4131864" y="5330664"/>
              <a:ext cx="833040" cy="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4FF096D-AC00-23C0-DA26-916FC4DECE5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14224" y="5294664"/>
                <a:ext cx="868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942E702-F004-520D-9906-C8E8CCB055D5}"/>
                  </a:ext>
                </a:extLst>
              </p14:cNvPr>
              <p14:cNvContentPartPr/>
              <p14:nvPr/>
            </p14:nvContentPartPr>
            <p14:xfrm>
              <a:off x="4187664" y="5632704"/>
              <a:ext cx="320760" cy="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942E702-F004-520D-9906-C8E8CCB055D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69664" y="5596704"/>
                <a:ext cx="356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718A5B0-55FC-8AD3-1969-6124746D8936}"/>
                  </a:ext>
                </a:extLst>
              </p14:cNvPr>
              <p14:cNvContentPartPr/>
              <p14:nvPr/>
            </p14:nvContentPartPr>
            <p14:xfrm>
              <a:off x="4178304" y="5559624"/>
              <a:ext cx="777960" cy="91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718A5B0-55FC-8AD3-1969-6124746D893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60664" y="5541624"/>
                <a:ext cx="813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BB3C499-FAEF-B33D-4D9A-7EA03AC2DA6A}"/>
                  </a:ext>
                </a:extLst>
              </p14:cNvPr>
              <p14:cNvContentPartPr/>
              <p14:nvPr/>
            </p14:nvContentPartPr>
            <p14:xfrm>
              <a:off x="4163544" y="5595264"/>
              <a:ext cx="710280" cy="558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BB3C499-FAEF-B33D-4D9A-7EA03AC2DA6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145904" y="5577624"/>
                <a:ext cx="7459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745DAEB-ACA0-A7F1-C425-1CE08D958796}"/>
                  </a:ext>
                </a:extLst>
              </p14:cNvPr>
              <p14:cNvContentPartPr/>
              <p14:nvPr/>
            </p14:nvContentPartPr>
            <p14:xfrm>
              <a:off x="4197024" y="5906664"/>
              <a:ext cx="822960" cy="55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745DAEB-ACA0-A7F1-C425-1CE08D95879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79384" y="5889024"/>
                <a:ext cx="8586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DFEE81-1972-EE63-61D2-6941A605249D}"/>
                  </a:ext>
                </a:extLst>
              </p14:cNvPr>
              <p14:cNvContentPartPr/>
              <p14:nvPr/>
            </p14:nvContentPartPr>
            <p14:xfrm>
              <a:off x="7049664" y="5723784"/>
              <a:ext cx="2807640" cy="19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DFEE81-1972-EE63-61D2-6941A60524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87024" y="5660784"/>
                <a:ext cx="293328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DE0D348-DE76-598A-9948-085D2A2215E1}"/>
              </a:ext>
            </a:extLst>
          </p:cNvPr>
          <p:cNvGrpSpPr/>
          <p:nvPr/>
        </p:nvGrpSpPr>
        <p:grpSpPr>
          <a:xfrm>
            <a:off x="7095384" y="5841864"/>
            <a:ext cx="2789280" cy="96120"/>
            <a:chOff x="7095384" y="5841864"/>
            <a:chExt cx="2789280" cy="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677E95-DE09-D053-E346-AB9243BBA964}"/>
                    </a:ext>
                  </a:extLst>
                </p14:cNvPr>
                <p14:cNvContentPartPr/>
                <p14:nvPr/>
              </p14:nvContentPartPr>
              <p14:xfrm>
                <a:off x="7178544" y="5841864"/>
                <a:ext cx="2706120" cy="9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677E95-DE09-D053-E346-AB9243BBA9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15904" y="5779224"/>
                  <a:ext cx="28317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53312F-54D2-E7BD-2ABB-1AAF383DA1C6}"/>
                    </a:ext>
                  </a:extLst>
                </p14:cNvPr>
                <p14:cNvContentPartPr/>
                <p14:nvPr/>
              </p14:nvContentPartPr>
              <p14:xfrm>
                <a:off x="7095384" y="5879304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53312F-54D2-E7BD-2ABB-1AAF383DA1C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32744" y="58166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1654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29A15-9868-1F4C-8960-079B645F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C8EED-6570-F7DE-8108-EE030741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6" y="643467"/>
            <a:ext cx="8985588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996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EE6F-0AB9-6740-76F8-25D4597E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C98283-1B91-E73E-3819-9301BF519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47" y="643467"/>
            <a:ext cx="891370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6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B5A90-CD62-9E2E-E55F-48E3D26D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160F5-DDD7-A3A4-D585-5D737FB56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47" y="643467"/>
            <a:ext cx="891370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1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0D710-448A-006A-B78C-A35734DF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90F347-BA9E-D335-8182-6EF6105EC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05" y="643467"/>
            <a:ext cx="887819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441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547A0-C442-D4BD-BEB3-DC7A031A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1C1C7-B236-4E34-6874-121FD39E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5150752" cy="260113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E622D-E066-76FF-48B3-1BF05607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647" y="1902954"/>
            <a:ext cx="2600688" cy="657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0509DA-9ADC-F1F2-37A5-69C6D5D17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489" y="3429000"/>
            <a:ext cx="1991003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04591e-2156-4e7e-b8dc-60ccb91b4f06}" enabled="1" method="Standard" siteId="{fb7e6711-b619-4fbe-afe6-f83b12673323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Senthil</dc:creator>
  <cp:lastModifiedBy>Kumar, Senthil</cp:lastModifiedBy>
  <cp:revision>1</cp:revision>
  <dcterms:created xsi:type="dcterms:W3CDTF">2025-07-07T17:15:58Z</dcterms:created>
  <dcterms:modified xsi:type="dcterms:W3CDTF">2026-02-27T17:58:25Z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 USE</vt:lpwstr>
  </property>
</Properties>
</file>